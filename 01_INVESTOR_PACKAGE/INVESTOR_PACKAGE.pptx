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FPDF2 (ARCHITECTURAL_DESIGN)</a:t>
            </a:r>
          </a:p>
          <a:p>
            <a:r>
              <a:t>Upstream: https://github.com/pyfpdf/fpdf2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FPDF2 is an Anticloud FZ LLE integration of (swap) Use: github.com/arch-oss/archicad-api — ArchiCAD open API,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MIT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ARCHITECTURAL_DESIGN.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