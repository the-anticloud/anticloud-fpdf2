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14 Fips 140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2026-10-02T09:25:30.036146Z | Framework ID: 14_FIPS_140_3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FIPS 140-3 (NIST, 2019), ISO/IEC 19790:2012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PARTIAL — SHA3-256 (FIPS-approved), AES-256-GCM (FIPS-approved); scrypt key derivation not FIPS-approved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Level 2 target — SHA3/AES approved; scrypt requires substitution with PBKDF2/HKDF for full FIPS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SHA3-256 (FIPS 202), AES-256-GCM (SP 800-38D) are FIPS-approved. Recommendation: replace scrypt with PBKDF2-SHA512.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16055c2d7559282dd803f09a0894518dcc392004198fc069d25930d28cda702d</a:t>
            </a:r>
          </a:p>
          <a:p>
            <a:r>
              <a:rPr sz="1000">
                <a:solidFill>
                  <a:srgbClr val="222222"/>
                </a:solidFill>
              </a:rPr>
              <a:t>  SHA3-256 (chain) | f483a1d1934071246cfefe5aa491243864255e476c45f6a4aee047e0ce207f3f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2026-10-02T09:25:30.036146Z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