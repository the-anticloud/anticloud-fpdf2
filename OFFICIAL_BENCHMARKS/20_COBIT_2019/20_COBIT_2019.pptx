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20 Cobit 2019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2026-10-02T09:25:30.823440Z | Framework ID: 20_COBIT_2019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COBIT 2019 Framework (ISACA)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EDM (Governance), APO (Alignment), BAI (Build), DSS (Deliver), MEA (Monitor)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Maturity Level 4 (Quantitatively Managed)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module provides MEA01 monitoring; Provenance chain provides MEA02 assurance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a1ecec5f7dcf165d2117efe9e588889952e14e13d4fa4e51c7a3076f9f8c4884</a:t>
            </a:r>
          </a:p>
          <a:p>
            <a:r>
              <a:rPr sz="1000">
                <a:solidFill>
                  <a:srgbClr val="222222"/>
                </a:solidFill>
              </a:rPr>
              <a:t>  SHA3-256 (chain) | e7f802e1a68cc0405a1a431cf61066b2b51b752bc99093e555052654719fdc92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2026-10-02T09:25:30.823440Z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