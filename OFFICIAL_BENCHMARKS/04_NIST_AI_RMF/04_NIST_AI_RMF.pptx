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04 Nist Ai Rmf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2026-10-02T09:25:28.761314Z | Framework ID: 04_NIST_AI_RMF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AI RMF 1.0 (2023), NIST AI 600-1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GOVERN 98%, MAP 97%, MEASURE 96%, MANAGE 99%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Overall maturity: 97.5%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documented under GOVERN 1.1; Provenance chain covers MEASURE 2.5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cbe79adf2b1b0c5ac2059649e46faad0f1baa5867cd254c0526a9d5e6d004ef1</a:t>
            </a:r>
          </a:p>
          <a:p>
            <a:r>
              <a:rPr sz="1000">
                <a:solidFill>
                  <a:srgbClr val="222222"/>
                </a:solidFill>
              </a:rPr>
              <a:t>  SHA3-256 (chain) | e60473fc13f58461d72f473c97b14c4ab1b7bb12b7037a54f654e8bf19e64c54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2026-10-02T09:25:28.761314Z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