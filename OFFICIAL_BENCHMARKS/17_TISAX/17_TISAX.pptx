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2026-10-02T09:25:30.443127Z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aa96af2267cf6b2e56a76bac8bf6b8271d60b39f46d21070451169ed2305f3c1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2026-10-02T09:25:30.443127Z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