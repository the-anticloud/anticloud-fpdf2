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FPDF2 | Category: ARCHITECTURAL_DESIGN</a:t>
            </a:r>
          </a:p>
          <a:p>
            <a: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FPDF2 ((swap) Use: github.com/arch-oss/archicad-api — ArchiCAD open API),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