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FPDF2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https://github.com/pyfpdf/fpdf2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cite for the Anticloud integration of FPDF2.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github.com/arch-oss/archicad-api — ArchiCAD open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FPDF2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