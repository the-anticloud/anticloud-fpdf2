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FPDF2 | Category: ARCHITECTURAL_DESIGN</a:t>
            </a:r>
          </a:p>
          <a:p>
            <a: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(swap) Use: github.com/arch-oss/archicad-api — ArchiCAD open API without data egress. Cloud-hosted alternatives leak data by architecture; Anticloud FZ LLE delivers FPDF2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FPDF2 (https://github.com/pyfpdf/fpdf2,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ARCHITECTURAL_DESIGN;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